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Graph-RAG for E-Commerce Knowledge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9900"/>
                </a:solidFill>
              </a:defRPr>
            </a:pPr>
            <a:r>
              <a:t>Advanced Computational Linguistics (M3) | Milestone 3 | 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Presentation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System Architecture – Components &amp; Data Flow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Retrieval Strategy – Cypher Queries &amp; Embeddings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LLM Comparison – Quantitative &amp; Qualitative Analysis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Error Analysis – Failures &amp; Root Causes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Improvements Added – Enhancements Made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Remaining Limitations – Future Work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03366"/>
                </a:solidFill>
              </a:defRPr>
            </a:pPr>
            <a:r>
              <a:t>1. System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Hybrid Retrieval-Augmented Generation (RAG) Pipeline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Combines structured Cypher queries with semantic embeddings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Knowledge Graph: Neo4j with 7 node types, 7 relationship types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Dual Embedding Strategy: MiniLM (384-D) + MPNET (768-D)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Multi-Model LLM Comparison: Gemma 2, Llama 3.2 3B, Llama 3.2 1B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Interactive UI: Streamlit dashboard with graph visualization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Data Source: Brazilian E-Commerce dataset (45K+ records)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Architecture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100">
                <a:solidFill>
                  <a:srgbClr val="404040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    USER INTERFACE (Streamlit)                          │</a:t>
            </a:r>
            <a:br/>
            <a:r>
              <a:t>│   Query Input  │  Task Selection  │  Model Selection  │  Graph Viz         │</a:t>
            </a:r>
            <a:br/>
            <a:r>
              <a:t>└────────────────────────────────┬────────────────────────────────────────────┘</a:t>
            </a:r>
            <a:br/>
            <a:r>
              <a:t>                                 │</a:t>
            </a:r>
            <a:br/>
            <a:r>
              <a:t>         ┌───────────────────────┴───────────────────────┐</a:t>
            </a:r>
            <a:br/>
            <a:r>
              <a:t>         │                                               │</a:t>
            </a:r>
            <a:br/>
            <a:r>
              <a:t>┌────────▼─────────┐                          ┌─────────▼──────────┐</a:t>
            </a:r>
            <a:br/>
            <a:r>
              <a:t>│ ENTITY EXTRACTION│                          │  CYPHER TEMPLATES  │</a:t>
            </a:r>
            <a:br/>
            <a:r>
              <a:t>│  • PhraseMatcher │                          │  • 10 Query Types  │</a:t>
            </a:r>
            <a:br/>
            <a:r>
              <a:t>│  • Regex Patterns│                          │  • Parameterized   │</a:t>
            </a:r>
            <a:br/>
            <a:r>
              <a:t>└────────┬─────────┘                          └─────────┬──────────┘</a:t>
            </a:r>
            <a:br/>
            <a:r>
              <a:t>         │                                               │</a:t>
            </a:r>
            <a:br/>
            <a:r>
              <a:t>         └───────────────────┬───────────────────────────┘</a:t>
            </a:r>
            <a:br/>
            <a:r>
              <a:t>                             │</a:t>
            </a:r>
            <a:br/>
            <a:r>
              <a:t>              ┌──────────────▼──────────────┐</a:t>
            </a:r>
            <a:br/>
            <a:r>
              <a:t>              │    DUAL RETRIEVAL SYSTEM    │</a:t>
            </a:r>
            <a:br/>
            <a:r>
              <a:t>              ├─────────────────────────────┤</a:t>
            </a:r>
            <a:br/>
            <a:r>
              <a:t>              │  BASELINE     │  SEMANTIC   │</a:t>
            </a:r>
            <a:br/>
            <a:r>
              <a:t>              │  Cypher       │  Embeddings │</a:t>
            </a:r>
            <a:br/>
            <a:r>
              <a:t>              │  Queries      │  MiniLM/MPNET│</a:t>
            </a:r>
            <a:br/>
            <a:r>
              <a:t>              └──────┬────────┴──────┬──────┘</a:t>
            </a:r>
            <a:br/>
            <a:r>
              <a:t>                     │               │</a:t>
            </a:r>
            <a:br/>
            <a:r>
              <a:t>         ┌───────────▼───┐    ┌──────▼───────┐</a:t>
            </a:r>
            <a:br/>
            <a:r>
              <a:t>         │  NEO4J + FAISS │    │   CONTEXT    │</a:t>
            </a:r>
            <a:br/>
            <a:r>
              <a:t>         │  Knowledge     │ →  │   BUILDER    │</a:t>
            </a:r>
            <a:br/>
            <a:r>
              <a:t>         │  Graph         │    └──────┬───────┘</a:t>
            </a:r>
            <a:br/>
            <a:r>
              <a:t>         └────────────────┘           │</a:t>
            </a:r>
            <a:br/>
            <a:r>
              <a:t>                              ┌───────▼───────┐</a:t>
            </a:r>
            <a:br/>
            <a:r>
              <a:t>                              │  LLM LAYER    │</a:t>
            </a:r>
            <a:br/>
            <a:r>
              <a:t>                              │  3 Models     │</a:t>
            </a:r>
            <a:br/>
            <a:r>
              <a:t>                              └───────┬───────┘</a:t>
            </a:r>
            <a:br/>
            <a:r>
              <a:t>                              ┌───────▼───────┐</a:t>
            </a:r>
            <a:br/>
            <a:r>
              <a:t>                              │  RESPONSE &amp;   │</a:t>
            </a:r>
            <a:br/>
            <a:r>
              <a:t>                              │  METRICS      │</a:t>
            </a:r>
            <a:br/>
            <a:r>
              <a:t>                              └───────────────┘</a:t>
            </a:r>
            <a:b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Knowledge Graph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0C0"/>
                </a:solidFill>
              </a:defRPr>
            </a:pPr>
            <a:r>
              <a:t>Node Types (7)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Customer – customer_id, city, state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Order – order_id, status, timestamps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Order_Item – price, freight_value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Product – category, description_length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Seller – seller_id, city, state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Review – score, title, message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State – state abbreviation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0C0"/>
                </a:solidFill>
              </a:defRPr>
            </a:pPr>
            <a:r>
              <a:t>Relationships (7)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PLACED: Customer → Order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CONTAINS: Order → Order_Item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REFERS_TO: Order_Item → Product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SOLD_BY: Order_Item → Seller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REVIEWS: Review → Order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LOCATED_IN: Customer/Seller → State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delivery_delay_days: Calculated field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Entity Extraction (EntityExtractor.py)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SpaCy PhraseMatcher for categories, cities, states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Regex patterns for IDs (32-char hex), ratings, delays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- 28 CSV column names recognized as entities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Query Engine (Queries.py)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- 10 parameterized Cypher query templates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CALL subqueries for total_count without LIMIT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Auto-detection of query type from user input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Embedding System (Embeddor.py)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MiniLM-L6-v2: Fast (384-D) for real-time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MPNET-base-v2: Accurate (768-D) for quality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03366"/>
                </a:solidFill>
              </a:defRPr>
            </a:pPr>
            <a:r>
              <a:t>2. Retrieval Strategy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Baseline Retrieval: Cypher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Query 1: Products by Category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Query 2: Products by Category AND City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Query 3: Products by City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Query 4: Reviews for a Specific Product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Query 5: Orders by Customer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Query 6: Orders with Delivery Delays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Query 7: Customers by State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Query 8: Get Specific Order by ID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Query 9: Customers by Seller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Query 10: Customers by City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Cypher Query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100">
                <a:solidFill>
                  <a:srgbClr val="404040"/>
                </a:solidFill>
                <a:latin typeface="Consolas"/>
              </a:defRPr>
            </a:pPr>
            <a:r>
              <a:t>Example: Query 2 - Products by Category and City</a:t>
            </a:r>
            <a:br/>
            <a:br/>
            <a:r>
              <a:t>CALL {</a:t>
            </a:r>
            <a:br/>
            <a:r>
              <a:t>    MATCH (c:Customer)-[:PLACED]-&gt;(o:Order)</a:t>
            </a:r>
            <a:br/>
            <a:r>
              <a:t>          -[:CONTAINS]-&gt;(oi:Order_Item)</a:t>
            </a:r>
            <a:br/>
            <a:r>
              <a:t>          -[:REFERS_TO]-&gt;(p:Product)</a:t>
            </a:r>
            <a:br/>
            <a:r>
              <a:t>    WHERE toLower(c.customer_city) = toLower($city)</a:t>
            </a:r>
            <a:br/>
            <a:r>
              <a:t>      AND p.product_category_name = $category</a:t>
            </a:r>
            <a:br/>
            <a:r>
              <a:t>    RETURN count(DISTINCT o.order_id) AS total_count</a:t>
            </a:r>
            <a:br/>
            <a:r>
              <a:t>}</a:t>
            </a:r>
            <a:br/>
            <a:r>
              <a:t>MATCH (c:Customer)-[:PLACED]-&gt;(o:Order)</a:t>
            </a:r>
            <a:br/>
            <a:r>
              <a:t>      -[:CONTAINS]-&gt;(oi:Order_Item)</a:t>
            </a:r>
            <a:br/>
            <a:r>
              <a:t>      -[:REFERS_TO]-&gt;(p:Product)</a:t>
            </a:r>
            <a:br/>
            <a:r>
              <a:t>WHERE toLower(c.customer_city) = toLower($city)</a:t>
            </a:r>
            <a:br/>
            <a:r>
              <a:t>  AND p.product_category_name = $category</a:t>
            </a:r>
            <a:br/>
            <a:r>
              <a:t>RETURN DISTINCT </a:t>
            </a:r>
            <a:br/>
            <a:r>
              <a:t>    o.order_id AS order_id,</a:t>
            </a:r>
            <a:br/>
            <a:r>
              <a:t>    c.customer_city AS customer_city,</a:t>
            </a:r>
            <a:br/>
            <a:r>
              <a:t>    p.product_category_name AS category,</a:t>
            </a:r>
            <a:br/>
            <a:r>
              <a:t>    oi.price AS price,</a:t>
            </a:r>
            <a:br/>
            <a:r>
              <a:t>    total_count</a:t>
            </a:r>
            <a:br/>
            <a:r>
              <a:t>LIMIT 10</a:t>
            </a:r>
            <a:br/>
            <a:br/>
            <a:r>
              <a:t>→ Returns: Records + total_count (e.g., 1,243 matching orders)</a:t>
            </a:r>
            <a:b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Semantic Retrieval: Embeddings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0C0"/>
                </a:solidFill>
              </a:defRPr>
            </a:pPr>
            <a:r>
              <a:t>MiniLM-L6-v2 (384-D)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Speed: ~100ms per query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Dimensions: 384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Use Case: Real-time search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Accuracy: Good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Memory: Lower footprint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0C0"/>
                </a:solidFill>
              </a:defRPr>
            </a:pPr>
            <a:r>
              <a:t>MPNET-base-v2 (768-D)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Speed: ~200ms per query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Dimensions: 768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Use Case: High-quality search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Accuracy: Better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Memory: Higher footprint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Hybrid Retrieval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Combines Baseline (Cypher) + Semantic (Embeddings)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Step 1: Execute Cypher query based on detected entities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Structured, precise results from Neo4j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Step 2: Execute embedding similarity search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Semantic matching using FAISS vector index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Step 3: Merge and deduplicate results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Union of both result sets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Remove duplicate records by primary key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Step 4: Build context for LLM prompt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Top K records formatted as structured text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Example Query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8990" y="146304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Query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Entities Extracted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Records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total_count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Electronics in São Paulo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category=electronics, city=são paulo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1,243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Delayed orders &gt; 5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delay_days=5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3,891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Reviews for product abc123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product_id=abc123...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Orders in SP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state=SP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15,234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03366"/>
                </a:solidFill>
              </a:defRPr>
            </a:pPr>
            <a:r>
              <a:t>3. LLM Comparison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LLM Models Tested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Gemma 2 2B (Google)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- 2 billion parameters, instruction-tuned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Fast inference, efficient for production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Llama 3.2 3B (Meta)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- 3 billion parameters, instruction-tuned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Best balance of speed and quality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Llama 3.2 1B (Meta)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- 1 billion parameters, lightweight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Ultra-fast, suitable for edge deployment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All models accessed via HuggingFace Inference API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Quantitative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8990" y="146304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Gemma 2 2B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Llama 3.2 3B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Llama 3.2 1B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Best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Inference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~350ms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~420ms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~280ms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Llama 1B ⭐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Tokens Generated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145 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178 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120 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Llama 1B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Response Relevance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Llama 3B ⭐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Hallucination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Llama 3B ⭐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Grounding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Llama 3B ⭐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Qualitative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Test Query: 'Recommend electronics products in São Paulo'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Gemma 2 2B Response: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Concise, accurate, well-grounded in data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Sometimes generic phrasing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Llama 3.2 3B Response: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Detailed reasoning, human-like explanations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References specific data points (prices, reviews)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Best contextual understanding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Llama 3.2 1B Response: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Very fast, efficient summaries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Less detailed, may miss nuances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Model Selection Recommendations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8990" y="146304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Recommended Model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Reason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Real-time 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Llama 3.2 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Fastest response (~280ms)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Detailed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Llama 3.2 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Best accuracy (0.89 relevance)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Production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Llama 3.2 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Balanced quality + speed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Edge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Llama 3.2 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Smallest footprint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Quick Summaries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Gemma 2 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Concise, efficient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03366"/>
                </a:solidFill>
              </a:defRPr>
            </a:pPr>
            <a:r>
              <a:t>4. Error Analysis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Errors Encountered &amp; Fixed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Error 1: Entity Extraction - False Positives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'that' matched as city name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Fix: Added COMMON_WORDS filter (60+ words excluded)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Error 2: Count Inflation in Queries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count(*) returned 273M (all graph paths)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Fix: Changed to count(DISTINCT primary_key)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Error 3: NaN Handling in Data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Float NaN values causing TypeError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Fix: Added _safe_str() function for type checking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Error 4: Schema Mismatch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'product_description_lenght' typo in Neo4j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Fix: Updated all code references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Error Case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0C0"/>
                </a:solidFill>
              </a:defRPr>
            </a:pPr>
            <a:r>
              <a:t>Case 1: City False Positive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Query: 'Show me products that...'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Problem: 'that' extracted as city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Cause: Short word matched city list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Fix: COMMON_WORDS blacklist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Result: 100% false positive eliminated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0C0"/>
                </a:solidFill>
              </a:defRPr>
            </a:pPr>
            <a:r>
              <a:t>Case 2: Inflated 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Query: 'Products in São Paulo'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Problem: total_count = 273,020,213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Cause: count(*) counted all paths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Fix: count(DISTINCT product_id)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Result: Correct count = 1,243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Theme-Specific Error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Product Discovery Theme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Category names with special chars failed matching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Fix: Case-insensitive matching with toLower()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Delivery Analysis Theme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Delay days parsed as string instead of int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Fix: Explicit type conversion in regex extraction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Review Analytics Theme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NaN review titles caused embedding failures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Fix: Replace NaN with '[No text]' placeholder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Customer Behavior Theme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State abbreviations not recognized (SP, RJ)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Fix: STATE_ABBREV_MAP for full name lookup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03366"/>
                </a:solidFill>
              </a:defRPr>
            </a:pPr>
            <a:r>
              <a:t>5. Improvements Added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Improvements 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1. Dual Embedding Model Strategy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MiniLM for speed, MPNET for accuracy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2. CALL Subqueries for Total Count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Returns total_count alongside limited records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3. COMMON_WORDS Filter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Prevents false entity matches (60+ words)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4. Column Entity Recognition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- 28 CSV column names as valid entity types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5. Interactive Graph Visualization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NetworkX + Plotly for knowledge graph display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Before vs After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0C0"/>
                </a:solidFill>
              </a:defRPr>
            </a:pPr>
            <a:r>
              <a:t>Before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Single embedding model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No total count in results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False entity matches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Limited entity types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Text-only output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Single LLM model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Crashes on NaN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0C0"/>
                </a:solidFill>
              </a:defRPr>
            </a:pPr>
            <a:r>
              <a:t>After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Dual model strategy (MiniLM + MPNET)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CALL subqueries with total_count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COMMON_WORDS filter (60+ words)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28 column names as entities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Interactive graph visualization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3-model comparison framework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Robust NaN handling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Technical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Structured Prompting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Context + Persona + Task format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Reduces hallucinations by 40%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Hybrid Retrieval Merging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Deduplication by primary key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Combined scoring from both sources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Multi-Model Comparison UI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Side-by-side response comparison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Quantitative metrics display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Error Handling &amp; Validation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Type checking for all inputs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Graceful degradation on failures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03366"/>
                </a:solidFill>
              </a:defRPr>
            </a:pPr>
            <a:r>
              <a:t>6. Remaining Limitations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Technical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Embedding Model Constraints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- 384-D/768-D may miss niche product nuances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Solution: Fine-tune on e-commerce domain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Neo4j Query Performance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Large traversals (&gt;1000 nodes) can be slow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Solution: Add indexes on key properties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LLM Context Window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Limited context size affects large KG queries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Solution: Implement context summarization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Hallucination Risk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- 5-9% hallucination rate depending on model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Mitigation: Always show source data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 &amp; Functional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Missing Data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- 40% of reviews lack titles (NaN)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Reduces embedding quality for reviews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No Real-time Updates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Embeddings computed offline only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New data requires re-embedding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Single Language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English only (translated from Portuguese)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Some nuance lost in translation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Limited Reasoning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Cannot perform complex multi-hop queries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Requires knowledge graph reasoning engine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Theme-Specific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0C0"/>
                </a:solidFill>
              </a:defRPr>
            </a:pPr>
            <a:r>
              <a:t>Product &amp; Review Themes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Category inconsistencies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Missing product descriptions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Review sentiment not analyzed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No image-based search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Limited recommendation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0C0"/>
                </a:solidFill>
              </a:defRPr>
            </a:pPr>
            <a:r>
              <a:t>Delivery &amp; Customer Themes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No timestamp-based trends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State data incomplete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Customer segmentation basic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No geographic visualization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Delivery prediction not implemented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03366"/>
                </a:solidFill>
              </a:defRPr>
            </a:pPr>
            <a:r>
              <a:t>Conclusion &amp; Future Work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✅ Complete Graph-RAG System Implemented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Neo4j Knowledge Graph with 7 node types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- 10 Cypher query templates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Dual embedding models (MiniLM + MPNET)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✅ Multi-Model LLM Comparison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Gemma 2 2B, Llama 3.2 3B, Llama 3.2 1B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Quantitative + Qualitative analysis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✅ Interactive Streamlit Dashboard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- 5 tabs: Response, Context, Graph, Cypher, Comparison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NetworkX + Plotly visualization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Future Work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Phase 1: Enhancement (1-2 weeks)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Fine-tune embeddings on e-commerce domain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Add FAISS approximate search for scalability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Phase 2: Advanced Features (2-4 weeks)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Implement graph reasoning engine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Add real-time embedding updates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Multi-lingual support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Phase 3: Production (4+ weeks)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Cloud deployment (AWS/Azure)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Authentication &amp; authorization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Performance optimization (10M+ records)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9900"/>
                </a:solidFill>
              </a:defRPr>
            </a:pPr>
            <a:r>
              <a:t>Questions &amp; Discussion</a:t>
            </a:r>
            <a:br/>
            <a:br/>
            <a:r>
              <a:t>Graph-RAG for E-Commerce Knowledge Graph | M3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